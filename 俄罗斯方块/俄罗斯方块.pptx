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54965" y="1316990"/>
            <a:ext cx="9144000" cy="3641725"/>
          </a:xfrm>
        </p:spPr>
        <p:txBody>
          <a:bodyPr>
            <a:normAutofit/>
          </a:bodyPr>
          <a:p>
            <a:pPr marL="0" indent="0" fontAlgn="auto">
              <a:lnSpc>
                <a:spcPct val="150000"/>
              </a:lnSpc>
            </a:pPr>
            <a:r>
              <a:rPr lang="zh-CN" altLang="en-US" sz="7335"/>
              <a:t>用</a:t>
            </a:r>
            <a:r>
              <a:rPr lang="en-US" altLang="zh-CN" sz="7335" b="1">
                <a:solidFill>
                  <a:srgbClr val="00B0F0"/>
                </a:solidFill>
              </a:rPr>
              <a:t>Python</a:t>
            </a:r>
            <a:r>
              <a:rPr lang="zh-CN" altLang="en-US" sz="7335"/>
              <a:t>实现</a:t>
            </a:r>
            <a:br>
              <a:rPr lang="zh-CN" altLang="en-US" sz="7335"/>
            </a:br>
            <a:r>
              <a:rPr lang="zh-CN" altLang="en-US" sz="7335"/>
              <a:t>俄罗斯方块游戏</a:t>
            </a:r>
            <a:endParaRPr lang="zh-CN" altLang="en-US" sz="7335"/>
          </a:p>
        </p:txBody>
      </p:sp>
      <p:pic>
        <p:nvPicPr>
          <p:cNvPr id="4" name="图片 3" descr="俄罗斯方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710" y="2044700"/>
            <a:ext cx="2768600" cy="2768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BjMzBjMTg4NjU4ZDgwMWZjYmE0MTM0NTJmOTFmMj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周周</cp:lastModifiedBy>
  <cp:revision>3</cp:revision>
  <dcterms:created xsi:type="dcterms:W3CDTF">2023-08-09T12:44:00Z</dcterms:created>
  <dcterms:modified xsi:type="dcterms:W3CDTF">2023-12-15T07:54:06Z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2052-12.1.0.15990</vt:lpwstr>
  </property>
</Properties>
</file>